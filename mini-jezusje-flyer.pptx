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7769A8-BE61-4F68-8FB9-BB39978B0C3A}" v="8" dt="2026-04-03T18:03:47.6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80" d="100"/>
          <a:sy n="80" d="100"/>
        </p:scale>
        <p:origin x="246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rd De Block" userId="b9eb9712ccf46c76" providerId="LiveId" clId="{F35AD518-A6CE-4795-BBAD-30FAADB97E4D}"/>
    <pc:docChg chg="undo custSel modSld">
      <pc:chgData name="Ward De Block" userId="b9eb9712ccf46c76" providerId="LiveId" clId="{F35AD518-A6CE-4795-BBAD-30FAADB97E4D}" dt="2026-04-03T18:04:16.240" v="121" actId="1076"/>
      <pc:docMkLst>
        <pc:docMk/>
      </pc:docMkLst>
      <pc:sldChg chg="addSp delSp modSp mod">
        <pc:chgData name="Ward De Block" userId="b9eb9712ccf46c76" providerId="LiveId" clId="{F35AD518-A6CE-4795-BBAD-30FAADB97E4D}" dt="2026-04-03T18:04:16.240" v="121" actId="1076"/>
        <pc:sldMkLst>
          <pc:docMk/>
          <pc:sldMk cId="647387470" sldId="256"/>
        </pc:sldMkLst>
        <pc:spChg chg="del">
          <ac:chgData name="Ward De Block" userId="b9eb9712ccf46c76" providerId="LiveId" clId="{F35AD518-A6CE-4795-BBAD-30FAADB97E4D}" dt="2026-04-03T17:48:45.354" v="0" actId="478"/>
          <ac:spMkLst>
            <pc:docMk/>
            <pc:sldMk cId="647387470" sldId="256"/>
            <ac:spMk id="2" creationId="{B51728C1-3FDE-7BB7-F850-B61356E653B7}"/>
          </ac:spMkLst>
        </pc:spChg>
        <pc:spChg chg="del">
          <ac:chgData name="Ward De Block" userId="b9eb9712ccf46c76" providerId="LiveId" clId="{F35AD518-A6CE-4795-BBAD-30FAADB97E4D}" dt="2026-04-03T17:48:45.354" v="0" actId="478"/>
          <ac:spMkLst>
            <pc:docMk/>
            <pc:sldMk cId="647387470" sldId="256"/>
            <ac:spMk id="3" creationId="{07B9B792-34EE-3429-2E31-4F1AA13B3D68}"/>
          </ac:spMkLst>
        </pc:spChg>
        <pc:spChg chg="add">
          <ac:chgData name="Ward De Block" userId="b9eb9712ccf46c76" providerId="LiveId" clId="{F35AD518-A6CE-4795-BBAD-30FAADB97E4D}" dt="2026-04-03T17:49:08.408" v="1"/>
          <ac:spMkLst>
            <pc:docMk/>
            <pc:sldMk cId="647387470" sldId="256"/>
            <ac:spMk id="4" creationId="{DE488E59-F1E5-6B94-95A8-4E383A673ABF}"/>
          </ac:spMkLst>
        </pc:spChg>
        <pc:spChg chg="add mod">
          <ac:chgData name="Ward De Block" userId="b9eb9712ccf46c76" providerId="LiveId" clId="{F35AD518-A6CE-4795-BBAD-30FAADB97E4D}" dt="2026-04-03T18:04:16.240" v="121" actId="1076"/>
          <ac:spMkLst>
            <pc:docMk/>
            <pc:sldMk cId="647387470" sldId="256"/>
            <ac:spMk id="9" creationId="{AF289B55-6AD2-FF26-46F3-F5B23569F23D}"/>
          </ac:spMkLst>
        </pc:spChg>
        <pc:spChg chg="add mod">
          <ac:chgData name="Ward De Block" userId="b9eb9712ccf46c76" providerId="LiveId" clId="{F35AD518-A6CE-4795-BBAD-30FAADB97E4D}" dt="2026-04-03T18:04:16.240" v="121" actId="1076"/>
          <ac:spMkLst>
            <pc:docMk/>
            <pc:sldMk cId="647387470" sldId="256"/>
            <ac:spMk id="12" creationId="{9AB213E5-A392-0763-3508-DF6F853E3C9E}"/>
          </ac:spMkLst>
        </pc:spChg>
        <pc:spChg chg="add mod">
          <ac:chgData name="Ward De Block" userId="b9eb9712ccf46c76" providerId="LiveId" clId="{F35AD518-A6CE-4795-BBAD-30FAADB97E4D}" dt="2026-04-03T18:04:16.240" v="121" actId="1076"/>
          <ac:spMkLst>
            <pc:docMk/>
            <pc:sldMk cId="647387470" sldId="256"/>
            <ac:spMk id="15" creationId="{9415795E-E86F-913E-33C8-A581C30F6F25}"/>
          </ac:spMkLst>
        </pc:spChg>
        <pc:spChg chg="add mod">
          <ac:chgData name="Ward De Block" userId="b9eb9712ccf46c76" providerId="LiveId" clId="{F35AD518-A6CE-4795-BBAD-30FAADB97E4D}" dt="2026-04-03T18:04:16.240" v="121" actId="1076"/>
          <ac:spMkLst>
            <pc:docMk/>
            <pc:sldMk cId="647387470" sldId="256"/>
            <ac:spMk id="18" creationId="{3831E983-03A7-4D10-6A96-81D4BFCA53F4}"/>
          </ac:spMkLst>
        </pc:spChg>
        <pc:spChg chg="add mod">
          <ac:chgData name="Ward De Block" userId="b9eb9712ccf46c76" providerId="LiveId" clId="{F35AD518-A6CE-4795-BBAD-30FAADB97E4D}" dt="2026-04-03T18:04:16.240" v="121" actId="1076"/>
          <ac:spMkLst>
            <pc:docMk/>
            <pc:sldMk cId="647387470" sldId="256"/>
            <ac:spMk id="21" creationId="{5DEFBD26-E24D-5A9F-8456-3E1C816DCFC6}"/>
          </ac:spMkLst>
        </pc:spChg>
        <pc:spChg chg="add mod">
          <ac:chgData name="Ward De Block" userId="b9eb9712ccf46c76" providerId="LiveId" clId="{F35AD518-A6CE-4795-BBAD-30FAADB97E4D}" dt="2026-04-03T18:04:16.240" v="121" actId="1076"/>
          <ac:spMkLst>
            <pc:docMk/>
            <pc:sldMk cId="647387470" sldId="256"/>
            <ac:spMk id="24" creationId="{F71DD812-CCCE-733E-99A0-82F54FE9FFCE}"/>
          </ac:spMkLst>
        </pc:spChg>
        <pc:spChg chg="add mod">
          <ac:chgData name="Ward De Block" userId="b9eb9712ccf46c76" providerId="LiveId" clId="{F35AD518-A6CE-4795-BBAD-30FAADB97E4D}" dt="2026-04-03T18:04:16.240" v="121" actId="1076"/>
          <ac:spMkLst>
            <pc:docMk/>
            <pc:sldMk cId="647387470" sldId="256"/>
            <ac:spMk id="27" creationId="{46AD89B0-A902-8786-3F6D-CB12D33769A5}"/>
          </ac:spMkLst>
        </pc:spChg>
        <pc:spChg chg="add mod">
          <ac:chgData name="Ward De Block" userId="b9eb9712ccf46c76" providerId="LiveId" clId="{F35AD518-A6CE-4795-BBAD-30FAADB97E4D}" dt="2026-04-03T18:04:16.240" v="121" actId="1076"/>
          <ac:spMkLst>
            <pc:docMk/>
            <pc:sldMk cId="647387470" sldId="256"/>
            <ac:spMk id="30" creationId="{C04CF734-3C66-D185-23F1-C804069EBCB3}"/>
          </ac:spMkLst>
        </pc:spChg>
        <pc:picChg chg="add mod">
          <ac:chgData name="Ward De Block" userId="b9eb9712ccf46c76" providerId="LiveId" clId="{F35AD518-A6CE-4795-BBAD-30FAADB97E4D}" dt="2026-04-03T18:03:07.730" v="114" actId="14100"/>
          <ac:picMkLst>
            <pc:docMk/>
            <pc:sldMk cId="647387470" sldId="256"/>
            <ac:picMk id="6" creationId="{4901359F-66F7-0548-4538-10BD3ABABC9F}"/>
          </ac:picMkLst>
        </pc:picChg>
        <pc:picChg chg="add mod">
          <ac:chgData name="Ward De Block" userId="b9eb9712ccf46c76" providerId="LiveId" clId="{F35AD518-A6CE-4795-BBAD-30FAADB97E4D}" dt="2026-04-03T17:54:00.124" v="12" actId="14100"/>
          <ac:picMkLst>
            <pc:docMk/>
            <pc:sldMk cId="647387470" sldId="256"/>
            <ac:picMk id="8" creationId="{A2677A1E-BBC0-0386-D40F-D0E8A49570F2}"/>
          </ac:picMkLst>
        </pc:picChg>
        <pc:picChg chg="add mod">
          <ac:chgData name="Ward De Block" userId="b9eb9712ccf46c76" providerId="LiveId" clId="{F35AD518-A6CE-4795-BBAD-30FAADB97E4D}" dt="2026-04-03T18:04:16.240" v="121" actId="1076"/>
          <ac:picMkLst>
            <pc:docMk/>
            <pc:sldMk cId="647387470" sldId="256"/>
            <ac:picMk id="10" creationId="{E216FCA1-1A00-7D70-DE46-5CEC565F3FF8}"/>
          </ac:picMkLst>
        </pc:picChg>
        <pc:picChg chg="add mod">
          <ac:chgData name="Ward De Block" userId="b9eb9712ccf46c76" providerId="LiveId" clId="{F35AD518-A6CE-4795-BBAD-30FAADB97E4D}" dt="2026-04-03T18:03:29.125" v="116" actId="1076"/>
          <ac:picMkLst>
            <pc:docMk/>
            <pc:sldMk cId="647387470" sldId="256"/>
            <ac:picMk id="11" creationId="{DDCBB63D-A953-F5F4-9B42-D1A3668883D3}"/>
          </ac:picMkLst>
        </pc:picChg>
        <pc:picChg chg="add mod">
          <ac:chgData name="Ward De Block" userId="b9eb9712ccf46c76" providerId="LiveId" clId="{F35AD518-A6CE-4795-BBAD-30FAADB97E4D}" dt="2026-04-03T18:03:42.673" v="118" actId="1076"/>
          <ac:picMkLst>
            <pc:docMk/>
            <pc:sldMk cId="647387470" sldId="256"/>
            <ac:picMk id="13" creationId="{18FD31A0-31B8-2C05-A1B9-FA44C44CDA62}"/>
          </ac:picMkLst>
        </pc:picChg>
        <pc:picChg chg="add mod">
          <ac:chgData name="Ward De Block" userId="b9eb9712ccf46c76" providerId="LiveId" clId="{F35AD518-A6CE-4795-BBAD-30FAADB97E4D}" dt="2026-04-03T18:03:42.673" v="118" actId="1076"/>
          <ac:picMkLst>
            <pc:docMk/>
            <pc:sldMk cId="647387470" sldId="256"/>
            <ac:picMk id="14" creationId="{081C63FE-7C73-9D7B-94AB-9785AB6DAEC4}"/>
          </ac:picMkLst>
        </pc:picChg>
        <pc:picChg chg="add mod">
          <ac:chgData name="Ward De Block" userId="b9eb9712ccf46c76" providerId="LiveId" clId="{F35AD518-A6CE-4795-BBAD-30FAADB97E4D}" dt="2026-04-03T18:03:42.673" v="118" actId="1076"/>
          <ac:picMkLst>
            <pc:docMk/>
            <pc:sldMk cId="647387470" sldId="256"/>
            <ac:picMk id="16" creationId="{3CA9A03E-02B1-2947-994C-B9ADE527200A}"/>
          </ac:picMkLst>
        </pc:picChg>
        <pc:picChg chg="add mod">
          <ac:chgData name="Ward De Block" userId="b9eb9712ccf46c76" providerId="LiveId" clId="{F35AD518-A6CE-4795-BBAD-30FAADB97E4D}" dt="2026-04-03T18:03:42.673" v="118" actId="1076"/>
          <ac:picMkLst>
            <pc:docMk/>
            <pc:sldMk cId="647387470" sldId="256"/>
            <ac:picMk id="17" creationId="{F9D51C3C-7422-A870-B097-DBDFFF74200C}"/>
          </ac:picMkLst>
        </pc:picChg>
        <pc:picChg chg="add mod">
          <ac:chgData name="Ward De Block" userId="b9eb9712ccf46c76" providerId="LiveId" clId="{F35AD518-A6CE-4795-BBAD-30FAADB97E4D}" dt="2026-04-03T18:03:57.102" v="120" actId="1076"/>
          <ac:picMkLst>
            <pc:docMk/>
            <pc:sldMk cId="647387470" sldId="256"/>
            <ac:picMk id="19" creationId="{C72AE27E-E72A-CE96-282C-EDB77C4D48BB}"/>
          </ac:picMkLst>
        </pc:picChg>
        <pc:picChg chg="add mod">
          <ac:chgData name="Ward De Block" userId="b9eb9712ccf46c76" providerId="LiveId" clId="{F35AD518-A6CE-4795-BBAD-30FAADB97E4D}" dt="2026-04-03T18:03:57.102" v="120" actId="1076"/>
          <ac:picMkLst>
            <pc:docMk/>
            <pc:sldMk cId="647387470" sldId="256"/>
            <ac:picMk id="22" creationId="{9FF0CAA1-9A3D-A4D6-6BD9-525C4A43531A}"/>
          </ac:picMkLst>
        </pc:picChg>
        <pc:picChg chg="add mod">
          <ac:chgData name="Ward De Block" userId="b9eb9712ccf46c76" providerId="LiveId" clId="{F35AD518-A6CE-4795-BBAD-30FAADB97E4D}" dt="2026-04-03T18:03:57.102" v="120" actId="1076"/>
          <ac:picMkLst>
            <pc:docMk/>
            <pc:sldMk cId="647387470" sldId="256"/>
            <ac:picMk id="23" creationId="{60574A80-8437-5659-696F-4C0D9D702D7E}"/>
          </ac:picMkLst>
        </pc:picChg>
        <pc:picChg chg="mod">
          <ac:chgData name="Ward De Block" userId="b9eb9712ccf46c76" providerId="LiveId" clId="{F35AD518-A6CE-4795-BBAD-30FAADB97E4D}" dt="2026-04-03T18:04:16.240" v="121" actId="1076"/>
          <ac:picMkLst>
            <pc:docMk/>
            <pc:sldMk cId="647387470" sldId="256"/>
            <ac:picMk id="25" creationId="{8F6D3807-8C91-377D-407A-C1B19339693F}"/>
          </ac:picMkLst>
        </pc:picChg>
        <pc:picChg chg="add mod">
          <ac:chgData name="Ward De Block" userId="b9eb9712ccf46c76" providerId="LiveId" clId="{F35AD518-A6CE-4795-BBAD-30FAADB97E4D}" dt="2026-04-03T18:03:57.102" v="120" actId="1076"/>
          <ac:picMkLst>
            <pc:docMk/>
            <pc:sldMk cId="647387470" sldId="256"/>
            <ac:picMk id="26" creationId="{1FA7BA0D-5219-5AD7-7F3E-4FBD2106C983}"/>
          </ac:picMkLst>
        </pc:picChg>
        <pc:picChg chg="add mod">
          <ac:chgData name="Ward De Block" userId="b9eb9712ccf46c76" providerId="LiveId" clId="{F35AD518-A6CE-4795-BBAD-30FAADB97E4D}" dt="2026-04-03T18:03:57.102" v="120" actId="1076"/>
          <ac:picMkLst>
            <pc:docMk/>
            <pc:sldMk cId="647387470" sldId="256"/>
            <ac:picMk id="28" creationId="{09F32DB6-1BEF-349F-259D-47D8716645DF}"/>
          </ac:picMkLst>
        </pc:picChg>
        <pc:picChg chg="add mod">
          <ac:chgData name="Ward De Block" userId="b9eb9712ccf46c76" providerId="LiveId" clId="{F35AD518-A6CE-4795-BBAD-30FAADB97E4D}" dt="2026-04-03T18:03:57.102" v="120" actId="1076"/>
          <ac:picMkLst>
            <pc:docMk/>
            <pc:sldMk cId="647387470" sldId="256"/>
            <ac:picMk id="29" creationId="{A5591E7E-9458-22AA-6DF1-A7F26731923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E45-8568-4127-B938-49BB05F38867}" type="datetimeFigureOut">
              <a:rPr lang="nl-BE" smtClean="0"/>
              <a:t>3/04/2026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561E8-5DA4-48F8-8DC0-EC3A8DECCB00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7530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E45-8568-4127-B938-49BB05F38867}" type="datetimeFigureOut">
              <a:rPr lang="nl-BE" smtClean="0"/>
              <a:t>3/04/2026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561E8-5DA4-48F8-8DC0-EC3A8DECCB00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48287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E45-8568-4127-B938-49BB05F38867}" type="datetimeFigureOut">
              <a:rPr lang="nl-BE" smtClean="0"/>
              <a:t>3/04/2026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561E8-5DA4-48F8-8DC0-EC3A8DECCB00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0018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E45-8568-4127-B938-49BB05F38867}" type="datetimeFigureOut">
              <a:rPr lang="nl-BE" smtClean="0"/>
              <a:t>3/04/2026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561E8-5DA4-48F8-8DC0-EC3A8DECCB00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47502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E45-8568-4127-B938-49BB05F38867}" type="datetimeFigureOut">
              <a:rPr lang="nl-BE" smtClean="0"/>
              <a:t>3/04/2026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561E8-5DA4-48F8-8DC0-EC3A8DECCB00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11695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E45-8568-4127-B938-49BB05F38867}" type="datetimeFigureOut">
              <a:rPr lang="nl-BE" smtClean="0"/>
              <a:t>3/04/2026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561E8-5DA4-48F8-8DC0-EC3A8DECCB00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80586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E45-8568-4127-B938-49BB05F38867}" type="datetimeFigureOut">
              <a:rPr lang="nl-BE" smtClean="0"/>
              <a:t>3/04/2026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561E8-5DA4-48F8-8DC0-EC3A8DECCB00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39937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E45-8568-4127-B938-49BB05F38867}" type="datetimeFigureOut">
              <a:rPr lang="nl-BE" smtClean="0"/>
              <a:t>3/04/2026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561E8-5DA4-48F8-8DC0-EC3A8DECCB00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2936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E45-8568-4127-B938-49BB05F38867}" type="datetimeFigureOut">
              <a:rPr lang="nl-BE" smtClean="0"/>
              <a:t>3/04/2026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561E8-5DA4-48F8-8DC0-EC3A8DECCB00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10405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E45-8568-4127-B938-49BB05F38867}" type="datetimeFigureOut">
              <a:rPr lang="nl-BE" smtClean="0"/>
              <a:t>3/04/2026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561E8-5DA4-48F8-8DC0-EC3A8DECCB00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05417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BE45-8568-4127-B938-49BB05F38867}" type="datetimeFigureOut">
              <a:rPr lang="nl-BE" smtClean="0"/>
              <a:t>3/04/2026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561E8-5DA4-48F8-8DC0-EC3A8DECCB00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78007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BBE45-8568-4127-B938-49BB05F38867}" type="datetimeFigureOut">
              <a:rPr lang="nl-BE" smtClean="0"/>
              <a:t>3/04/2026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9561E8-5DA4-48F8-8DC0-EC3A8DECCB00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34505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901359F-66F7-0548-4538-10BD3ABAB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60" y="778897"/>
            <a:ext cx="771526" cy="7715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677A1E-BBC0-0386-D40F-D0E8A4957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86" y="778896"/>
            <a:ext cx="771527" cy="7715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289B55-6AD2-FF26-46F3-F5B23569F23D}"/>
              </a:ext>
            </a:extLst>
          </p:cNvPr>
          <p:cNvSpPr txBox="1"/>
          <p:nvPr/>
        </p:nvSpPr>
        <p:spPr>
          <a:xfrm>
            <a:off x="1638136" y="856882"/>
            <a:ext cx="51244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100" dirty="0">
                <a:latin typeface="Avenir Next LT Pro" panose="020F0502020204030204" pitchFamily="34" charset="0"/>
              </a:rPr>
              <a:t>Je hebt een mini-</a:t>
            </a:r>
            <a:r>
              <a:rPr lang="nl-BE" sz="1100" dirty="0" err="1">
                <a:latin typeface="Avenir Next LT Pro" panose="020F0502020204030204" pitchFamily="34" charset="0"/>
              </a:rPr>
              <a:t>Jezusje</a:t>
            </a:r>
            <a:r>
              <a:rPr lang="nl-BE" sz="1100" dirty="0">
                <a:latin typeface="Avenir Next LT Pro" panose="020F0502020204030204" pitchFamily="34" charset="0"/>
              </a:rPr>
              <a:t> gevonden 😊 Een klein teken van hoop en vreugde. Neem hem mee, geef hem door, of laat hem opnieuw opduiken.</a:t>
            </a:r>
            <a:endParaRPr lang="en-US" sz="1100" dirty="0">
              <a:latin typeface="Avenir Next LT Pro" panose="020F0502020204030204" pitchFamily="34" charset="0"/>
            </a:endParaRPr>
          </a:p>
          <a:p>
            <a:r>
              <a:rPr lang="en-US" sz="1100" dirty="0">
                <a:latin typeface="Avenir Next LT Pro" panose="020F0502020204030204" pitchFamily="34" charset="0"/>
              </a:rPr>
              <a:t>Scan de QR code, </a:t>
            </a:r>
            <a:r>
              <a:rPr lang="en-US" sz="1100" b="1" dirty="0">
                <a:latin typeface="Avenir Next LT Pro" panose="020F0502020204030204" pitchFamily="34" charset="0"/>
              </a:rPr>
              <a:t>deblockertjes.be</a:t>
            </a:r>
            <a:endParaRPr lang="nl-BE" sz="1100" b="1" dirty="0">
              <a:latin typeface="Avenir Next LT Pro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16FCA1-1A00-7D70-DE46-5CEC565F3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60" y="1628410"/>
            <a:ext cx="771526" cy="7715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CBB63D-A953-F5F4-9B42-D1A366888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86" y="1628409"/>
            <a:ext cx="771527" cy="7715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B213E5-A392-0763-3508-DF6F853E3C9E}"/>
              </a:ext>
            </a:extLst>
          </p:cNvPr>
          <p:cNvSpPr txBox="1"/>
          <p:nvPr/>
        </p:nvSpPr>
        <p:spPr>
          <a:xfrm>
            <a:off x="1638136" y="1706395"/>
            <a:ext cx="51244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100" dirty="0">
                <a:latin typeface="Avenir Next LT Pro" panose="020F0502020204030204" pitchFamily="34" charset="0"/>
              </a:rPr>
              <a:t>Je hebt een mini-</a:t>
            </a:r>
            <a:r>
              <a:rPr lang="nl-BE" sz="1100" dirty="0" err="1">
                <a:latin typeface="Avenir Next LT Pro" panose="020F0502020204030204" pitchFamily="34" charset="0"/>
              </a:rPr>
              <a:t>Jezusje</a:t>
            </a:r>
            <a:r>
              <a:rPr lang="nl-BE" sz="1100" dirty="0">
                <a:latin typeface="Avenir Next LT Pro" panose="020F0502020204030204" pitchFamily="34" charset="0"/>
              </a:rPr>
              <a:t> gevonden 😊 Een klein teken van hoop en vreugde. Neem hem mee, geef hem door, of laat hem opnieuw opduiken.</a:t>
            </a:r>
            <a:endParaRPr lang="en-US" sz="1100" dirty="0">
              <a:latin typeface="Avenir Next LT Pro" panose="020F0502020204030204" pitchFamily="34" charset="0"/>
            </a:endParaRPr>
          </a:p>
          <a:p>
            <a:r>
              <a:rPr lang="en-US" sz="1100" dirty="0">
                <a:latin typeface="Avenir Next LT Pro" panose="020F0502020204030204" pitchFamily="34" charset="0"/>
              </a:rPr>
              <a:t>Scan de QR code, </a:t>
            </a:r>
            <a:r>
              <a:rPr lang="en-US" sz="1100" b="1" dirty="0">
                <a:latin typeface="Avenir Next LT Pro" panose="020F0502020204030204" pitchFamily="34" charset="0"/>
              </a:rPr>
              <a:t>deblockertjes.be</a:t>
            </a:r>
            <a:endParaRPr lang="nl-BE" sz="1100" b="1" dirty="0">
              <a:latin typeface="Avenir Next LT Pro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FD31A0-31B8-2C05-A1B9-FA44C44CD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60" y="2477921"/>
            <a:ext cx="771526" cy="7715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1C63FE-7C73-9D7B-94AB-9785AB6DA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86" y="2477920"/>
            <a:ext cx="771527" cy="7715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415795E-E86F-913E-33C8-A581C30F6F25}"/>
              </a:ext>
            </a:extLst>
          </p:cNvPr>
          <p:cNvSpPr txBox="1"/>
          <p:nvPr/>
        </p:nvSpPr>
        <p:spPr>
          <a:xfrm>
            <a:off x="1638136" y="2555906"/>
            <a:ext cx="51244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100" dirty="0">
                <a:latin typeface="Avenir Next LT Pro" panose="020F0502020204030204" pitchFamily="34" charset="0"/>
              </a:rPr>
              <a:t>Je hebt een mini-</a:t>
            </a:r>
            <a:r>
              <a:rPr lang="nl-BE" sz="1100" dirty="0" err="1">
                <a:latin typeface="Avenir Next LT Pro" panose="020F0502020204030204" pitchFamily="34" charset="0"/>
              </a:rPr>
              <a:t>Jezusje</a:t>
            </a:r>
            <a:r>
              <a:rPr lang="nl-BE" sz="1100" dirty="0">
                <a:latin typeface="Avenir Next LT Pro" panose="020F0502020204030204" pitchFamily="34" charset="0"/>
              </a:rPr>
              <a:t> gevonden 😊 Een klein teken van hoop en vreugde. Neem hem mee, geef hem door, of laat hem opnieuw opduiken.</a:t>
            </a:r>
            <a:endParaRPr lang="en-US" sz="1100" dirty="0">
              <a:latin typeface="Avenir Next LT Pro" panose="020F0502020204030204" pitchFamily="34" charset="0"/>
            </a:endParaRPr>
          </a:p>
          <a:p>
            <a:r>
              <a:rPr lang="en-US" sz="1100" dirty="0">
                <a:latin typeface="Avenir Next LT Pro" panose="020F0502020204030204" pitchFamily="34" charset="0"/>
              </a:rPr>
              <a:t>Scan de QR code, </a:t>
            </a:r>
            <a:r>
              <a:rPr lang="en-US" sz="1100" b="1" dirty="0">
                <a:latin typeface="Avenir Next LT Pro" panose="020F0502020204030204" pitchFamily="34" charset="0"/>
              </a:rPr>
              <a:t>deblockertjes.be</a:t>
            </a:r>
            <a:endParaRPr lang="nl-BE" sz="1100" b="1" dirty="0">
              <a:latin typeface="Avenir Next LT Pro" panose="020F050202020403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A9A03E-02B1-2947-994C-B9ADE5272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60" y="3327434"/>
            <a:ext cx="771526" cy="7715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9D51C3C-7422-A870-B097-DBDFFF742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86" y="3327433"/>
            <a:ext cx="771527" cy="7715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831E983-03A7-4D10-6A96-81D4BFCA53F4}"/>
              </a:ext>
            </a:extLst>
          </p:cNvPr>
          <p:cNvSpPr txBox="1"/>
          <p:nvPr/>
        </p:nvSpPr>
        <p:spPr>
          <a:xfrm>
            <a:off x="1638136" y="3405419"/>
            <a:ext cx="51244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100" dirty="0">
                <a:latin typeface="Avenir Next LT Pro" panose="020F0502020204030204" pitchFamily="34" charset="0"/>
              </a:rPr>
              <a:t>Je hebt een mini-</a:t>
            </a:r>
            <a:r>
              <a:rPr lang="nl-BE" sz="1100" dirty="0" err="1">
                <a:latin typeface="Avenir Next LT Pro" panose="020F0502020204030204" pitchFamily="34" charset="0"/>
              </a:rPr>
              <a:t>Jezusje</a:t>
            </a:r>
            <a:r>
              <a:rPr lang="nl-BE" sz="1100" dirty="0">
                <a:latin typeface="Avenir Next LT Pro" panose="020F0502020204030204" pitchFamily="34" charset="0"/>
              </a:rPr>
              <a:t> gevonden 😊 Een klein teken van hoop en vreugde. Neem hem mee, geef hem door, of laat hem opnieuw opduiken.</a:t>
            </a:r>
            <a:endParaRPr lang="en-US" sz="1100" dirty="0">
              <a:latin typeface="Avenir Next LT Pro" panose="020F0502020204030204" pitchFamily="34" charset="0"/>
            </a:endParaRPr>
          </a:p>
          <a:p>
            <a:r>
              <a:rPr lang="en-US" sz="1100" dirty="0">
                <a:latin typeface="Avenir Next LT Pro" panose="020F0502020204030204" pitchFamily="34" charset="0"/>
              </a:rPr>
              <a:t>Scan de QR code, </a:t>
            </a:r>
            <a:r>
              <a:rPr lang="en-US" sz="1100" b="1" dirty="0">
                <a:latin typeface="Avenir Next LT Pro" panose="020F0502020204030204" pitchFamily="34" charset="0"/>
              </a:rPr>
              <a:t>deblockertjes.be</a:t>
            </a:r>
            <a:endParaRPr lang="nl-BE" sz="1100" b="1" dirty="0">
              <a:latin typeface="Avenir Next LT Pro" panose="020F050202020403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72AE27E-E72A-CE96-282C-EDB77C4D4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60" y="4125325"/>
            <a:ext cx="771526" cy="77152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75EAA31-F6CB-3ACB-221C-33E98176C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86" y="4125324"/>
            <a:ext cx="771527" cy="77152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DEFBD26-E24D-5A9F-8456-3E1C816DCFC6}"/>
              </a:ext>
            </a:extLst>
          </p:cNvPr>
          <p:cNvSpPr txBox="1"/>
          <p:nvPr/>
        </p:nvSpPr>
        <p:spPr>
          <a:xfrm>
            <a:off x="1638136" y="4203310"/>
            <a:ext cx="51244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100" dirty="0">
                <a:latin typeface="Avenir Next LT Pro" panose="020F0502020204030204" pitchFamily="34" charset="0"/>
              </a:rPr>
              <a:t>Je hebt een mini-</a:t>
            </a:r>
            <a:r>
              <a:rPr lang="nl-BE" sz="1100" dirty="0" err="1">
                <a:latin typeface="Avenir Next LT Pro" panose="020F0502020204030204" pitchFamily="34" charset="0"/>
              </a:rPr>
              <a:t>Jezusje</a:t>
            </a:r>
            <a:r>
              <a:rPr lang="nl-BE" sz="1100" dirty="0">
                <a:latin typeface="Avenir Next LT Pro" panose="020F0502020204030204" pitchFamily="34" charset="0"/>
              </a:rPr>
              <a:t> gevonden 😊 Een klein teken van hoop en vreugde. Neem hem mee, geef hem door, of laat hem opnieuw opduiken.</a:t>
            </a:r>
            <a:endParaRPr lang="en-US" sz="1100" dirty="0">
              <a:latin typeface="Avenir Next LT Pro" panose="020F0502020204030204" pitchFamily="34" charset="0"/>
            </a:endParaRPr>
          </a:p>
          <a:p>
            <a:r>
              <a:rPr lang="en-US" sz="1100" dirty="0">
                <a:latin typeface="Avenir Next LT Pro" panose="020F0502020204030204" pitchFamily="34" charset="0"/>
              </a:rPr>
              <a:t>Scan de QR code, </a:t>
            </a:r>
            <a:r>
              <a:rPr lang="en-US" sz="1100" b="1" dirty="0">
                <a:latin typeface="Avenir Next LT Pro" panose="020F0502020204030204" pitchFamily="34" charset="0"/>
              </a:rPr>
              <a:t>deblockertjes.be</a:t>
            </a:r>
            <a:endParaRPr lang="nl-BE" sz="1100" b="1" dirty="0">
              <a:latin typeface="Avenir Next LT Pro" panose="020F050202020403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FF0CAA1-9A3D-A4D6-6BD9-525C4A435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60" y="4974838"/>
            <a:ext cx="771526" cy="77152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0574A80-8437-5659-696F-4C0D9D702D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86" y="4974837"/>
            <a:ext cx="771527" cy="77152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71DD812-CCCE-733E-99A0-82F54FE9FFCE}"/>
              </a:ext>
            </a:extLst>
          </p:cNvPr>
          <p:cNvSpPr txBox="1"/>
          <p:nvPr/>
        </p:nvSpPr>
        <p:spPr>
          <a:xfrm>
            <a:off x="1638136" y="5052823"/>
            <a:ext cx="51244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100" dirty="0">
                <a:latin typeface="Avenir Next LT Pro" panose="020F0502020204030204" pitchFamily="34" charset="0"/>
              </a:rPr>
              <a:t>Je hebt een mini-</a:t>
            </a:r>
            <a:r>
              <a:rPr lang="nl-BE" sz="1100" dirty="0" err="1">
                <a:latin typeface="Avenir Next LT Pro" panose="020F0502020204030204" pitchFamily="34" charset="0"/>
              </a:rPr>
              <a:t>Jezusje</a:t>
            </a:r>
            <a:r>
              <a:rPr lang="nl-BE" sz="1100" dirty="0">
                <a:latin typeface="Avenir Next LT Pro" panose="020F0502020204030204" pitchFamily="34" charset="0"/>
              </a:rPr>
              <a:t> gevonden 😊 Een klein teken van hoop en vreugde. Neem hem mee, geef hem door, of laat hem opnieuw opduiken.</a:t>
            </a:r>
            <a:endParaRPr lang="en-US" sz="1100" dirty="0">
              <a:latin typeface="Avenir Next LT Pro" panose="020F0502020204030204" pitchFamily="34" charset="0"/>
            </a:endParaRPr>
          </a:p>
          <a:p>
            <a:r>
              <a:rPr lang="en-US" sz="1100" dirty="0">
                <a:latin typeface="Avenir Next LT Pro" panose="020F0502020204030204" pitchFamily="34" charset="0"/>
              </a:rPr>
              <a:t>Scan de QR code, </a:t>
            </a:r>
            <a:r>
              <a:rPr lang="en-US" sz="1100" b="1" dirty="0">
                <a:latin typeface="Avenir Next LT Pro" panose="020F0502020204030204" pitchFamily="34" charset="0"/>
              </a:rPr>
              <a:t>deblockertjes.be</a:t>
            </a:r>
            <a:endParaRPr lang="nl-BE" sz="1100" b="1" dirty="0">
              <a:latin typeface="Avenir Next LT Pro" panose="020F050202020403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6D3807-8C91-377D-407A-C1B193396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60" y="5824349"/>
            <a:ext cx="771526" cy="77152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FA7BA0D-5219-5AD7-7F3E-4FBD2106C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86" y="5824348"/>
            <a:ext cx="771527" cy="77152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6AD89B0-A902-8786-3F6D-CB12D33769A5}"/>
              </a:ext>
            </a:extLst>
          </p:cNvPr>
          <p:cNvSpPr txBox="1"/>
          <p:nvPr/>
        </p:nvSpPr>
        <p:spPr>
          <a:xfrm>
            <a:off x="1638136" y="5902334"/>
            <a:ext cx="51244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100" dirty="0">
                <a:latin typeface="Avenir Next LT Pro" panose="020F0502020204030204" pitchFamily="34" charset="0"/>
              </a:rPr>
              <a:t>Je hebt een mini-</a:t>
            </a:r>
            <a:r>
              <a:rPr lang="nl-BE" sz="1100" dirty="0" err="1">
                <a:latin typeface="Avenir Next LT Pro" panose="020F0502020204030204" pitchFamily="34" charset="0"/>
              </a:rPr>
              <a:t>Jezusje</a:t>
            </a:r>
            <a:r>
              <a:rPr lang="nl-BE" sz="1100" dirty="0">
                <a:latin typeface="Avenir Next LT Pro" panose="020F0502020204030204" pitchFamily="34" charset="0"/>
              </a:rPr>
              <a:t> gevonden 😊 Een klein teken van hoop en vreugde. Neem hem mee, geef hem door, of laat hem opnieuw opduiken.</a:t>
            </a:r>
            <a:endParaRPr lang="en-US" sz="1100" dirty="0">
              <a:latin typeface="Avenir Next LT Pro" panose="020F0502020204030204" pitchFamily="34" charset="0"/>
            </a:endParaRPr>
          </a:p>
          <a:p>
            <a:r>
              <a:rPr lang="en-US" sz="1100" dirty="0">
                <a:latin typeface="Avenir Next LT Pro" panose="020F0502020204030204" pitchFamily="34" charset="0"/>
              </a:rPr>
              <a:t>Scan de QR code, </a:t>
            </a:r>
            <a:r>
              <a:rPr lang="en-US" sz="1100" b="1" dirty="0">
                <a:latin typeface="Avenir Next LT Pro" panose="020F0502020204030204" pitchFamily="34" charset="0"/>
              </a:rPr>
              <a:t>deblockertjes.be</a:t>
            </a:r>
            <a:endParaRPr lang="nl-BE" sz="1100" b="1" dirty="0">
              <a:latin typeface="Avenir Next LT Pro" panose="020F050202020403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9F32DB6-1BEF-349F-259D-47D871664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60" y="6673862"/>
            <a:ext cx="771526" cy="77152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5591E7E-9458-22AA-6DF1-A7F267319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86" y="6673861"/>
            <a:ext cx="771527" cy="77152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04CF734-3C66-D185-23F1-C804069EBCB3}"/>
              </a:ext>
            </a:extLst>
          </p:cNvPr>
          <p:cNvSpPr txBox="1"/>
          <p:nvPr/>
        </p:nvSpPr>
        <p:spPr>
          <a:xfrm>
            <a:off x="1638136" y="6751847"/>
            <a:ext cx="51244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100" dirty="0">
                <a:latin typeface="Avenir Next LT Pro" panose="020F0502020204030204" pitchFamily="34" charset="0"/>
              </a:rPr>
              <a:t>Je hebt een mini-</a:t>
            </a:r>
            <a:r>
              <a:rPr lang="nl-BE" sz="1100" dirty="0" err="1">
                <a:latin typeface="Avenir Next LT Pro" panose="020F0502020204030204" pitchFamily="34" charset="0"/>
              </a:rPr>
              <a:t>Jezusje</a:t>
            </a:r>
            <a:r>
              <a:rPr lang="nl-BE" sz="1100" dirty="0">
                <a:latin typeface="Avenir Next LT Pro" panose="020F0502020204030204" pitchFamily="34" charset="0"/>
              </a:rPr>
              <a:t> gevonden 😊 Een klein teken van hoop en vreugde. Neem hem mee, geef hem door, of laat hem opnieuw opduiken.</a:t>
            </a:r>
            <a:endParaRPr lang="en-US" sz="1100" dirty="0">
              <a:latin typeface="Avenir Next LT Pro" panose="020F0502020204030204" pitchFamily="34" charset="0"/>
            </a:endParaRPr>
          </a:p>
          <a:p>
            <a:r>
              <a:rPr lang="en-US" sz="1100" dirty="0">
                <a:latin typeface="Avenir Next LT Pro" panose="020F0502020204030204" pitchFamily="34" charset="0"/>
              </a:rPr>
              <a:t>Scan de QR code, </a:t>
            </a:r>
            <a:r>
              <a:rPr lang="en-US" sz="1100" b="1" dirty="0">
                <a:latin typeface="Avenir Next LT Pro" panose="020F0502020204030204" pitchFamily="34" charset="0"/>
              </a:rPr>
              <a:t>deblockertjes.be</a:t>
            </a:r>
            <a:endParaRPr lang="nl-BE" sz="1100" b="1" dirty="0">
              <a:latin typeface="Avenir Next LT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387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288</Words>
  <Application>Microsoft Office PowerPoint</Application>
  <PresentationFormat>A4 Paper (210x297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Avenir Next LT Pro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Ward De Block</dc:creator>
  <cp:lastModifiedBy>Ward De Block</cp:lastModifiedBy>
  <cp:revision>1</cp:revision>
  <dcterms:created xsi:type="dcterms:W3CDTF">2026-04-03T17:48:16Z</dcterms:created>
  <dcterms:modified xsi:type="dcterms:W3CDTF">2026-04-03T18:04:17Z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2026-04-03T17:48:41Z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4364539a-7dcb-4936-a809-663bc85683ea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